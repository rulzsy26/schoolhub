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Bold" charset="1" panose="00000800000000000000"/>
      <p:regular r:id="rId19"/>
    </p:embeddedFont>
    <p:embeddedFont>
      <p:font typeface="Agrandir" charset="1" panose="00000500000000000000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VAHWLkZ-mPA.mp4" Type="http://schemas.openxmlformats.org/officeDocument/2006/relationships/video"/><Relationship Id="rId4" Target="../media/VAHWLkZ-mPA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68019" y="8386442"/>
            <a:ext cx="7151963" cy="871858"/>
            <a:chOff x="0" y="0"/>
            <a:chExt cx="1883645" cy="22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3645" cy="229625"/>
            </a:xfrm>
            <a:custGeom>
              <a:avLst/>
              <a:gdLst/>
              <a:ahLst/>
              <a:cxnLst/>
              <a:rect r="r" b="b" t="t" l="l"/>
              <a:pathLst>
                <a:path h="229625" w="1883645">
                  <a:moveTo>
                    <a:pt x="102836" y="0"/>
                  </a:moveTo>
                  <a:lnTo>
                    <a:pt x="1780808" y="0"/>
                  </a:lnTo>
                  <a:cubicBezTo>
                    <a:pt x="1808082" y="0"/>
                    <a:pt x="1834239" y="10835"/>
                    <a:pt x="1853524" y="30120"/>
                  </a:cubicBezTo>
                  <a:cubicBezTo>
                    <a:pt x="1872810" y="49406"/>
                    <a:pt x="1883645" y="75563"/>
                    <a:pt x="1883645" y="102836"/>
                  </a:cubicBezTo>
                  <a:lnTo>
                    <a:pt x="1883645" y="126789"/>
                  </a:lnTo>
                  <a:cubicBezTo>
                    <a:pt x="1883645" y="154063"/>
                    <a:pt x="1872810" y="180219"/>
                    <a:pt x="1853524" y="199505"/>
                  </a:cubicBezTo>
                  <a:cubicBezTo>
                    <a:pt x="1834239" y="218791"/>
                    <a:pt x="1808082" y="229625"/>
                    <a:pt x="1780808" y="229625"/>
                  </a:cubicBezTo>
                  <a:lnTo>
                    <a:pt x="102836" y="229625"/>
                  </a:lnTo>
                  <a:cubicBezTo>
                    <a:pt x="75563" y="229625"/>
                    <a:pt x="49406" y="218791"/>
                    <a:pt x="30120" y="199505"/>
                  </a:cubicBezTo>
                  <a:cubicBezTo>
                    <a:pt x="10835" y="180219"/>
                    <a:pt x="0" y="154063"/>
                    <a:pt x="0" y="126789"/>
                  </a:cubicBezTo>
                  <a:lnTo>
                    <a:pt x="0" y="102836"/>
                  </a:lnTo>
                  <a:cubicBezTo>
                    <a:pt x="0" y="75563"/>
                    <a:pt x="10835" y="49406"/>
                    <a:pt x="30120" y="30120"/>
                  </a:cubicBezTo>
                  <a:cubicBezTo>
                    <a:pt x="49406" y="10835"/>
                    <a:pt x="75563" y="0"/>
                    <a:pt x="1028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83645" cy="267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34765" y="3637673"/>
            <a:ext cx="14818471" cy="147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</a:t>
            </a: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butuhan Manusia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66385" y="-316073"/>
            <a:ext cx="3262417" cy="2491300"/>
          </a:xfrm>
          <a:custGeom>
            <a:avLst/>
            <a:gdLst/>
            <a:ahLst/>
            <a:cxnLst/>
            <a:rect r="r" b="b" t="t" l="l"/>
            <a:pathLst>
              <a:path h="2491300" w="3262417">
                <a:moveTo>
                  <a:pt x="0" y="0"/>
                </a:moveTo>
                <a:lnTo>
                  <a:pt x="3262417" y="0"/>
                </a:lnTo>
                <a:lnTo>
                  <a:pt x="3262417" y="2491300"/>
                </a:lnTo>
                <a:lnTo>
                  <a:pt x="0" y="249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391968" y="8111773"/>
            <a:ext cx="3262417" cy="2491300"/>
          </a:xfrm>
          <a:custGeom>
            <a:avLst/>
            <a:gdLst/>
            <a:ahLst/>
            <a:cxnLst/>
            <a:rect r="r" b="b" t="t" l="l"/>
            <a:pathLst>
              <a:path h="2491300" w="3262417">
                <a:moveTo>
                  <a:pt x="3262417" y="2491300"/>
                </a:moveTo>
                <a:lnTo>
                  <a:pt x="0" y="2491300"/>
                </a:lnTo>
                <a:lnTo>
                  <a:pt x="0" y="0"/>
                </a:lnTo>
                <a:lnTo>
                  <a:pt x="3262417" y="0"/>
                </a:lnTo>
                <a:lnTo>
                  <a:pt x="3262417" y="24913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5219603" y="-1452675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1" y="0"/>
                </a:lnTo>
                <a:lnTo>
                  <a:pt x="5162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2552176" y="-1452675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1" y="0"/>
                </a:lnTo>
                <a:lnTo>
                  <a:pt x="5162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61862" y="8450896"/>
            <a:ext cx="596427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Yurni Latifah, S.Pd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61862" y="5048250"/>
            <a:ext cx="5964275" cy="109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b="true" sz="3302" spc="-99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Ilmu Pengetahuan Sosial </a:t>
            </a:r>
          </a:p>
          <a:p>
            <a:pPr algn="ctr">
              <a:lnSpc>
                <a:spcPts val="3929"/>
              </a:lnSpc>
            </a:pPr>
            <a:r>
              <a:rPr lang="en-US" b="true" sz="3302" spc="-99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Kelas VII-D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ED9E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45938" y="1406767"/>
            <a:ext cx="12396125" cy="126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b="true" sz="6299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Tujuan Pembelajaran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887168" y="3349548"/>
            <a:ext cx="10513663" cy="5382280"/>
            <a:chOff x="0" y="0"/>
            <a:chExt cx="2769031" cy="14175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9031" cy="1417555"/>
            </a:xfrm>
            <a:custGeom>
              <a:avLst/>
              <a:gdLst/>
              <a:ahLst/>
              <a:cxnLst/>
              <a:rect r="r" b="b" t="t" l="l"/>
              <a:pathLst>
                <a:path h="1417555" w="2769031">
                  <a:moveTo>
                    <a:pt x="38291" y="0"/>
                  </a:moveTo>
                  <a:lnTo>
                    <a:pt x="2730740" y="0"/>
                  </a:lnTo>
                  <a:cubicBezTo>
                    <a:pt x="2740895" y="0"/>
                    <a:pt x="2750634" y="4034"/>
                    <a:pt x="2757815" y="11215"/>
                  </a:cubicBezTo>
                  <a:cubicBezTo>
                    <a:pt x="2764996" y="18396"/>
                    <a:pt x="2769031" y="28136"/>
                    <a:pt x="2769031" y="38291"/>
                  </a:cubicBezTo>
                  <a:lnTo>
                    <a:pt x="2769031" y="1379264"/>
                  </a:lnTo>
                  <a:cubicBezTo>
                    <a:pt x="2769031" y="1400412"/>
                    <a:pt x="2751887" y="1417555"/>
                    <a:pt x="2730740" y="1417555"/>
                  </a:cubicBezTo>
                  <a:lnTo>
                    <a:pt x="38291" y="1417555"/>
                  </a:lnTo>
                  <a:cubicBezTo>
                    <a:pt x="28136" y="1417555"/>
                    <a:pt x="18396" y="1413521"/>
                    <a:pt x="11215" y="1406340"/>
                  </a:cubicBezTo>
                  <a:cubicBezTo>
                    <a:pt x="4034" y="1399159"/>
                    <a:pt x="0" y="1389420"/>
                    <a:pt x="0" y="1379264"/>
                  </a:cubicBezTo>
                  <a:lnTo>
                    <a:pt x="0" y="38291"/>
                  </a:lnTo>
                  <a:cubicBezTo>
                    <a:pt x="0" y="28136"/>
                    <a:pt x="4034" y="18396"/>
                    <a:pt x="11215" y="11215"/>
                  </a:cubicBezTo>
                  <a:cubicBezTo>
                    <a:pt x="18396" y="4034"/>
                    <a:pt x="28136" y="0"/>
                    <a:pt x="382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69031" cy="1455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32826" y="4474311"/>
            <a:ext cx="10022349" cy="298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990" indent="-353495" lvl="1">
              <a:lnSpc>
                <a:spcPts val="4584"/>
              </a:lnSpc>
              <a:buAutoNum type="arabicPeriod" startAt="1"/>
            </a:pPr>
            <a:r>
              <a:rPr lang="en-US" sz="3274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 Peserta didik mampu menjelaskan pengertian Kebutuhan Manusia</a:t>
            </a:r>
          </a:p>
          <a:p>
            <a:pPr algn="l" marL="706990" indent="-353495" lvl="1">
              <a:lnSpc>
                <a:spcPts val="4584"/>
              </a:lnSpc>
              <a:buAutoNum type="arabicPeriod" startAt="1"/>
            </a:pPr>
            <a:r>
              <a:rPr lang="en-US" sz="3274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 Peserta didik mampu mengidentifikasikan jenis kebutuhan manusia berdasarkan intensitasnya yaitu kebutuhan primer, sekunder, dan tersier.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614717" y="4467617"/>
            <a:ext cx="1265745" cy="1351767"/>
            <a:chOff x="0" y="0"/>
            <a:chExt cx="1687660" cy="180235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505035" y="293182"/>
              <a:ext cx="929148" cy="929148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7660" cy="1802355"/>
            </a:xfrm>
            <a:custGeom>
              <a:avLst/>
              <a:gdLst/>
              <a:ahLst/>
              <a:cxnLst/>
              <a:rect r="r" b="b" t="t" l="l"/>
              <a:pathLst>
                <a:path h="1802355" w="1687660">
                  <a:moveTo>
                    <a:pt x="0" y="0"/>
                  </a:moveTo>
                  <a:lnTo>
                    <a:pt x="1687660" y="0"/>
                  </a:lnTo>
                  <a:lnTo>
                    <a:pt x="1687660" y="1802355"/>
                  </a:lnTo>
                  <a:lnTo>
                    <a:pt x="0" y="180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80193" y="4467617"/>
            <a:ext cx="1265745" cy="1351767"/>
            <a:chOff x="0" y="0"/>
            <a:chExt cx="1687660" cy="180235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505035" y="293182"/>
              <a:ext cx="929148" cy="929148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7660" cy="1802355"/>
            </a:xfrm>
            <a:custGeom>
              <a:avLst/>
              <a:gdLst/>
              <a:ahLst/>
              <a:cxnLst/>
              <a:rect r="r" b="b" t="t" l="l"/>
              <a:pathLst>
                <a:path h="1802355" w="1687660">
                  <a:moveTo>
                    <a:pt x="0" y="0"/>
                  </a:moveTo>
                  <a:lnTo>
                    <a:pt x="1687660" y="0"/>
                  </a:lnTo>
                  <a:lnTo>
                    <a:pt x="1687660" y="1802355"/>
                  </a:lnTo>
                  <a:lnTo>
                    <a:pt x="0" y="180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5400000">
            <a:off x="8885890" y="1292148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0" y="0"/>
                </a:lnTo>
                <a:lnTo>
                  <a:pt x="5162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3968113"/>
            <a:ext cx="17218948" cy="10561415"/>
            <a:chOff x="0" y="0"/>
            <a:chExt cx="4535032" cy="2781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781607"/>
            </a:xfrm>
            <a:custGeom>
              <a:avLst/>
              <a:gdLst/>
              <a:ahLst/>
              <a:cxnLst/>
              <a:rect r="r" b="b" t="t" l="l"/>
              <a:pathLst>
                <a:path h="2781607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738894"/>
                  </a:lnTo>
                  <a:cubicBezTo>
                    <a:pt x="4535032" y="2762484"/>
                    <a:pt x="4515908" y="2781607"/>
                    <a:pt x="4492318" y="2781607"/>
                  </a:cubicBezTo>
                  <a:lnTo>
                    <a:pt x="42714" y="2781607"/>
                  </a:lnTo>
                  <a:cubicBezTo>
                    <a:pt x="19124" y="2781607"/>
                    <a:pt x="0" y="2762484"/>
                    <a:pt x="0" y="2738894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B2DECE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819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27167" y="800100"/>
            <a:ext cx="10033666" cy="270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Pengertian Kebutuhan Manusia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04352" y="5143500"/>
            <a:ext cx="15279296" cy="4524845"/>
            <a:chOff x="0" y="0"/>
            <a:chExt cx="4024177" cy="1191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4177" cy="1191729"/>
            </a:xfrm>
            <a:custGeom>
              <a:avLst/>
              <a:gdLst/>
              <a:ahLst/>
              <a:cxnLst/>
              <a:rect r="r" b="b" t="t" l="l"/>
              <a:pathLst>
                <a:path h="1191729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165381"/>
                  </a:lnTo>
                  <a:cubicBezTo>
                    <a:pt x="4024177" y="1172369"/>
                    <a:pt x="4021401" y="1179070"/>
                    <a:pt x="4016459" y="1184012"/>
                  </a:cubicBezTo>
                  <a:cubicBezTo>
                    <a:pt x="4011518" y="1188953"/>
                    <a:pt x="4004817" y="1191729"/>
                    <a:pt x="3997829" y="1191729"/>
                  </a:cubicBezTo>
                  <a:lnTo>
                    <a:pt x="26348" y="1191729"/>
                  </a:lnTo>
                  <a:cubicBezTo>
                    <a:pt x="19360" y="1191729"/>
                    <a:pt x="12658" y="1188953"/>
                    <a:pt x="7717" y="1184012"/>
                  </a:cubicBezTo>
                  <a:cubicBezTo>
                    <a:pt x="2776" y="1179070"/>
                    <a:pt x="0" y="1172369"/>
                    <a:pt x="0" y="1165381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024177" cy="122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28426" y="5975972"/>
            <a:ext cx="14631148" cy="268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Kebutuhan manusia adalah sesuatu yang dibutuhkan oleh manusia, atau keinginan manusia yang harus selalu dipenuhi, demi tercapainya kepuasan rohani maupun jasmani guna keberlangsungan hidupnya.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34526" y="680462"/>
            <a:ext cx="2758487" cy="2577931"/>
          </a:xfrm>
          <a:custGeom>
            <a:avLst/>
            <a:gdLst/>
            <a:ahLst/>
            <a:cxnLst/>
            <a:rect r="r" b="b" t="t" l="l"/>
            <a:pathLst>
              <a:path h="2577931" w="2758487">
                <a:moveTo>
                  <a:pt x="0" y="0"/>
                </a:moveTo>
                <a:lnTo>
                  <a:pt x="2758487" y="0"/>
                </a:lnTo>
                <a:lnTo>
                  <a:pt x="2758487" y="2577931"/>
                </a:lnTo>
                <a:lnTo>
                  <a:pt x="0" y="2577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94987" y="680462"/>
            <a:ext cx="2758487" cy="2577931"/>
          </a:xfrm>
          <a:custGeom>
            <a:avLst/>
            <a:gdLst/>
            <a:ahLst/>
            <a:cxnLst/>
            <a:rect r="r" b="b" t="t" l="l"/>
            <a:pathLst>
              <a:path h="2577931" w="2758487">
                <a:moveTo>
                  <a:pt x="0" y="0"/>
                </a:moveTo>
                <a:lnTo>
                  <a:pt x="2758487" y="0"/>
                </a:lnTo>
                <a:lnTo>
                  <a:pt x="2758487" y="2577931"/>
                </a:lnTo>
                <a:lnTo>
                  <a:pt x="0" y="2577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353567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ED9E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06565" y="2270762"/>
            <a:ext cx="11074869" cy="1183492"/>
            <a:chOff x="0" y="0"/>
            <a:chExt cx="2916838" cy="311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16838" cy="311702"/>
            </a:xfrm>
            <a:custGeom>
              <a:avLst/>
              <a:gdLst/>
              <a:ahLst/>
              <a:cxnLst/>
              <a:rect r="r" b="b" t="t" l="l"/>
              <a:pathLst>
                <a:path h="311702" w="2916838">
                  <a:moveTo>
                    <a:pt x="66410" y="0"/>
                  </a:moveTo>
                  <a:lnTo>
                    <a:pt x="2850428" y="0"/>
                  </a:lnTo>
                  <a:cubicBezTo>
                    <a:pt x="2868041" y="0"/>
                    <a:pt x="2884933" y="6997"/>
                    <a:pt x="2897387" y="19451"/>
                  </a:cubicBezTo>
                  <a:cubicBezTo>
                    <a:pt x="2909841" y="31905"/>
                    <a:pt x="2916838" y="48797"/>
                    <a:pt x="2916838" y="66410"/>
                  </a:cubicBezTo>
                  <a:lnTo>
                    <a:pt x="2916838" y="245292"/>
                  </a:lnTo>
                  <a:cubicBezTo>
                    <a:pt x="2916838" y="262905"/>
                    <a:pt x="2909841" y="279796"/>
                    <a:pt x="2897387" y="292251"/>
                  </a:cubicBezTo>
                  <a:cubicBezTo>
                    <a:pt x="2884933" y="304705"/>
                    <a:pt x="2868041" y="311702"/>
                    <a:pt x="2850428" y="311702"/>
                  </a:cubicBezTo>
                  <a:lnTo>
                    <a:pt x="66410" y="311702"/>
                  </a:lnTo>
                  <a:cubicBezTo>
                    <a:pt x="29733" y="311702"/>
                    <a:pt x="0" y="281969"/>
                    <a:pt x="0" y="245292"/>
                  </a:cubicBezTo>
                  <a:lnTo>
                    <a:pt x="0" y="66410"/>
                  </a:lnTo>
                  <a:cubicBezTo>
                    <a:pt x="0" y="48797"/>
                    <a:pt x="6997" y="31905"/>
                    <a:pt x="19451" y="19451"/>
                  </a:cubicBezTo>
                  <a:cubicBezTo>
                    <a:pt x="31905" y="6997"/>
                    <a:pt x="48797" y="0"/>
                    <a:pt x="664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16838" cy="349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4352" y="3816204"/>
            <a:ext cx="15279296" cy="5852141"/>
            <a:chOff x="0" y="0"/>
            <a:chExt cx="4024177" cy="15413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4177" cy="1541305"/>
            </a:xfrm>
            <a:custGeom>
              <a:avLst/>
              <a:gdLst/>
              <a:ahLst/>
              <a:cxnLst/>
              <a:rect r="r" b="b" t="t" l="l"/>
              <a:pathLst>
                <a:path h="1541305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514957"/>
                  </a:lnTo>
                  <a:cubicBezTo>
                    <a:pt x="4024177" y="1521945"/>
                    <a:pt x="4021401" y="1528646"/>
                    <a:pt x="4016459" y="1533587"/>
                  </a:cubicBezTo>
                  <a:cubicBezTo>
                    <a:pt x="4011518" y="1538529"/>
                    <a:pt x="4004817" y="1541305"/>
                    <a:pt x="3997829" y="1541305"/>
                  </a:cubicBezTo>
                  <a:lnTo>
                    <a:pt x="26348" y="1541305"/>
                  </a:lnTo>
                  <a:cubicBezTo>
                    <a:pt x="19360" y="1541305"/>
                    <a:pt x="12658" y="1538529"/>
                    <a:pt x="7717" y="1533587"/>
                  </a:cubicBezTo>
                  <a:cubicBezTo>
                    <a:pt x="2776" y="1528646"/>
                    <a:pt x="0" y="1521945"/>
                    <a:pt x="0" y="1514957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24177" cy="1579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91440" y="4325459"/>
            <a:ext cx="5930834" cy="4833630"/>
          </a:xfrm>
          <a:custGeom>
            <a:avLst/>
            <a:gdLst/>
            <a:ahLst/>
            <a:cxnLst/>
            <a:rect r="r" b="b" t="t" l="l"/>
            <a:pathLst>
              <a:path h="4833630" w="5930834">
                <a:moveTo>
                  <a:pt x="0" y="0"/>
                </a:moveTo>
                <a:lnTo>
                  <a:pt x="5930834" y="0"/>
                </a:lnTo>
                <a:lnTo>
                  <a:pt x="5930834" y="4833630"/>
                </a:lnTo>
                <a:lnTo>
                  <a:pt x="0" y="483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22274" y="7923345"/>
            <a:ext cx="2407499" cy="469462"/>
          </a:xfrm>
          <a:custGeom>
            <a:avLst/>
            <a:gdLst/>
            <a:ahLst/>
            <a:cxnLst/>
            <a:rect r="r" b="b" t="t" l="l"/>
            <a:pathLst>
              <a:path h="469462" w="2407499">
                <a:moveTo>
                  <a:pt x="0" y="0"/>
                </a:moveTo>
                <a:lnTo>
                  <a:pt x="2407499" y="0"/>
                </a:lnTo>
                <a:lnTo>
                  <a:pt x="2407499" y="469462"/>
                </a:lnTo>
                <a:lnTo>
                  <a:pt x="0" y="469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45621" y="800100"/>
            <a:ext cx="12596758" cy="147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Jenis Kebutuhan Manusia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0698" y="2409368"/>
            <a:ext cx="11946605" cy="72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b="true" sz="3571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Berdasarkan Intensitasnya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222274" y="6272812"/>
            <a:ext cx="2407499" cy="469462"/>
          </a:xfrm>
          <a:custGeom>
            <a:avLst/>
            <a:gdLst/>
            <a:ahLst/>
            <a:cxnLst/>
            <a:rect r="r" b="b" t="t" l="l"/>
            <a:pathLst>
              <a:path h="469462" w="2407499">
                <a:moveTo>
                  <a:pt x="0" y="0"/>
                </a:moveTo>
                <a:lnTo>
                  <a:pt x="2407499" y="0"/>
                </a:lnTo>
                <a:lnTo>
                  <a:pt x="2407499" y="469462"/>
                </a:lnTo>
                <a:lnTo>
                  <a:pt x="0" y="469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22274" y="4622279"/>
            <a:ext cx="2407499" cy="469462"/>
          </a:xfrm>
          <a:custGeom>
            <a:avLst/>
            <a:gdLst/>
            <a:ahLst/>
            <a:cxnLst/>
            <a:rect r="r" b="b" t="t" l="l"/>
            <a:pathLst>
              <a:path h="469462" w="2407499">
                <a:moveTo>
                  <a:pt x="0" y="0"/>
                </a:moveTo>
                <a:lnTo>
                  <a:pt x="2407499" y="0"/>
                </a:lnTo>
                <a:lnTo>
                  <a:pt x="2407499" y="469463"/>
                </a:lnTo>
                <a:lnTo>
                  <a:pt x="0" y="469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715352" y="4365838"/>
            <a:ext cx="217249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15352" y="6016371"/>
            <a:ext cx="30682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Sekunder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03883" y="7666903"/>
            <a:ext cx="21954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Tersier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3192256"/>
            <a:ext cx="17218948" cy="11337272"/>
            <a:chOff x="0" y="0"/>
            <a:chExt cx="4535032" cy="2985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985948"/>
            </a:xfrm>
            <a:custGeom>
              <a:avLst/>
              <a:gdLst/>
              <a:ahLst/>
              <a:cxnLst/>
              <a:rect r="r" b="b" t="t" l="l"/>
              <a:pathLst>
                <a:path h="2985948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943235"/>
                  </a:lnTo>
                  <a:cubicBezTo>
                    <a:pt x="4535032" y="2966825"/>
                    <a:pt x="4515908" y="2985948"/>
                    <a:pt x="4492318" y="2985948"/>
                  </a:cubicBezTo>
                  <a:lnTo>
                    <a:pt x="42714" y="2985948"/>
                  </a:lnTo>
                  <a:cubicBezTo>
                    <a:pt x="19124" y="2985948"/>
                    <a:pt x="0" y="2966825"/>
                    <a:pt x="0" y="2943235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302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7658" y="1360198"/>
            <a:ext cx="10372683" cy="1183492"/>
            <a:chOff x="0" y="0"/>
            <a:chExt cx="2731900" cy="311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1900" cy="311702"/>
            </a:xfrm>
            <a:custGeom>
              <a:avLst/>
              <a:gdLst/>
              <a:ahLst/>
              <a:cxnLst/>
              <a:rect r="r" b="b" t="t" l="l"/>
              <a:pathLst>
                <a:path h="311702" w="2731900">
                  <a:moveTo>
                    <a:pt x="70906" y="0"/>
                  </a:moveTo>
                  <a:lnTo>
                    <a:pt x="2660994" y="0"/>
                  </a:lnTo>
                  <a:cubicBezTo>
                    <a:pt x="2700155" y="0"/>
                    <a:pt x="2731900" y="31746"/>
                    <a:pt x="2731900" y="70906"/>
                  </a:cubicBezTo>
                  <a:lnTo>
                    <a:pt x="2731900" y="240796"/>
                  </a:lnTo>
                  <a:cubicBezTo>
                    <a:pt x="2731900" y="259601"/>
                    <a:pt x="2724430" y="277636"/>
                    <a:pt x="2711132" y="290934"/>
                  </a:cubicBezTo>
                  <a:cubicBezTo>
                    <a:pt x="2697835" y="304231"/>
                    <a:pt x="2679800" y="311702"/>
                    <a:pt x="2660994" y="311702"/>
                  </a:cubicBezTo>
                  <a:lnTo>
                    <a:pt x="70906" y="311702"/>
                  </a:lnTo>
                  <a:cubicBezTo>
                    <a:pt x="31746" y="311702"/>
                    <a:pt x="0" y="279956"/>
                    <a:pt x="0" y="240796"/>
                  </a:cubicBezTo>
                  <a:lnTo>
                    <a:pt x="0" y="70906"/>
                  </a:lnTo>
                  <a:cubicBezTo>
                    <a:pt x="0" y="31746"/>
                    <a:pt x="31746" y="0"/>
                    <a:pt x="709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1900" cy="349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4352" y="3754124"/>
            <a:ext cx="15279296" cy="6152500"/>
            <a:chOff x="0" y="0"/>
            <a:chExt cx="4024177" cy="1620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4177" cy="1620412"/>
            </a:xfrm>
            <a:custGeom>
              <a:avLst/>
              <a:gdLst/>
              <a:ahLst/>
              <a:cxnLst/>
              <a:rect r="r" b="b" t="t" l="l"/>
              <a:pathLst>
                <a:path h="1620412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594064"/>
                  </a:lnTo>
                  <a:cubicBezTo>
                    <a:pt x="4024177" y="1601051"/>
                    <a:pt x="4021401" y="1607753"/>
                    <a:pt x="4016459" y="1612694"/>
                  </a:cubicBezTo>
                  <a:cubicBezTo>
                    <a:pt x="4011518" y="1617636"/>
                    <a:pt x="4004817" y="1620412"/>
                    <a:pt x="3997829" y="1620412"/>
                  </a:cubicBezTo>
                  <a:lnTo>
                    <a:pt x="26348" y="1620412"/>
                  </a:lnTo>
                  <a:cubicBezTo>
                    <a:pt x="19360" y="1620412"/>
                    <a:pt x="12658" y="1617636"/>
                    <a:pt x="7717" y="1612694"/>
                  </a:cubicBezTo>
                  <a:cubicBezTo>
                    <a:pt x="2776" y="1607753"/>
                    <a:pt x="0" y="1601051"/>
                    <a:pt x="0" y="1594064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24177" cy="1658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77763" y="5869992"/>
            <a:ext cx="9070842" cy="2258747"/>
          </a:xfrm>
          <a:custGeom>
            <a:avLst/>
            <a:gdLst/>
            <a:ahLst/>
            <a:cxnLst/>
            <a:rect r="r" b="b" t="t" l="l"/>
            <a:pathLst>
              <a:path h="2258747" w="9070842">
                <a:moveTo>
                  <a:pt x="0" y="0"/>
                </a:moveTo>
                <a:lnTo>
                  <a:pt x="9070843" y="0"/>
                </a:lnTo>
                <a:lnTo>
                  <a:pt x="9070843" y="2258747"/>
                </a:lnTo>
                <a:lnTo>
                  <a:pt x="0" y="2258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887" b="-26292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64393" y="6791548"/>
            <a:ext cx="2131468" cy="415636"/>
          </a:xfrm>
          <a:custGeom>
            <a:avLst/>
            <a:gdLst/>
            <a:ahLst/>
            <a:cxnLst/>
            <a:rect r="r" b="b" t="t" l="l"/>
            <a:pathLst>
              <a:path h="415636" w="2131468">
                <a:moveTo>
                  <a:pt x="0" y="0"/>
                </a:moveTo>
                <a:lnTo>
                  <a:pt x="2131469" y="0"/>
                </a:lnTo>
                <a:lnTo>
                  <a:pt x="2131469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83095" y="5919081"/>
            <a:ext cx="1271033" cy="965985"/>
          </a:xfrm>
          <a:custGeom>
            <a:avLst/>
            <a:gdLst/>
            <a:ahLst/>
            <a:cxnLst/>
            <a:rect r="r" b="b" t="t" l="l"/>
            <a:pathLst>
              <a:path h="965985" w="1271033">
                <a:moveTo>
                  <a:pt x="0" y="0"/>
                </a:moveTo>
                <a:lnTo>
                  <a:pt x="1271033" y="0"/>
                </a:lnTo>
                <a:lnTo>
                  <a:pt x="1271033" y="965985"/>
                </a:lnTo>
                <a:lnTo>
                  <a:pt x="0" y="965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46518" y="5853209"/>
            <a:ext cx="806830" cy="1097728"/>
          </a:xfrm>
          <a:custGeom>
            <a:avLst/>
            <a:gdLst/>
            <a:ahLst/>
            <a:cxnLst/>
            <a:rect r="r" b="b" t="t" l="l"/>
            <a:pathLst>
              <a:path h="1097728" w="806830">
                <a:moveTo>
                  <a:pt x="0" y="0"/>
                </a:moveTo>
                <a:lnTo>
                  <a:pt x="806830" y="0"/>
                </a:lnTo>
                <a:lnTo>
                  <a:pt x="806830" y="1097728"/>
                </a:lnTo>
                <a:lnTo>
                  <a:pt x="0" y="1097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20697" y="6999366"/>
            <a:ext cx="1385300" cy="1428145"/>
          </a:xfrm>
          <a:custGeom>
            <a:avLst/>
            <a:gdLst/>
            <a:ahLst/>
            <a:cxnLst/>
            <a:rect r="r" b="b" t="t" l="l"/>
            <a:pathLst>
              <a:path h="1428145" w="1385300">
                <a:moveTo>
                  <a:pt x="0" y="0"/>
                </a:moveTo>
                <a:lnTo>
                  <a:pt x="1385301" y="0"/>
                </a:lnTo>
                <a:lnTo>
                  <a:pt x="1385301" y="1428145"/>
                </a:lnTo>
                <a:lnTo>
                  <a:pt x="0" y="14281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05900" y="8541811"/>
            <a:ext cx="1500098" cy="1222580"/>
          </a:xfrm>
          <a:custGeom>
            <a:avLst/>
            <a:gdLst/>
            <a:ahLst/>
            <a:cxnLst/>
            <a:rect r="r" b="b" t="t" l="l"/>
            <a:pathLst>
              <a:path h="1222580" w="1500098">
                <a:moveTo>
                  <a:pt x="0" y="0"/>
                </a:moveTo>
                <a:lnTo>
                  <a:pt x="1500098" y="0"/>
                </a:lnTo>
                <a:lnTo>
                  <a:pt x="1500098" y="1222579"/>
                </a:lnTo>
                <a:lnTo>
                  <a:pt x="0" y="1222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595387" y="1274596"/>
            <a:ext cx="11097226" cy="122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5"/>
              </a:lnSpc>
            </a:pPr>
            <a:r>
              <a:rPr lang="en-US" b="true" sz="6082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Kebutuhan Primer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11711" y="3864182"/>
            <a:ext cx="10681032" cy="176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Kebutuhan dasar yang paling utama dan wajib dipenuhi untuk keberlangsungan hidup manusia, </a:t>
            </a:r>
          </a:p>
          <a:p>
            <a:pPr algn="l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Kebutuhan primer mencakup 3 hal: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35215" y="6202521"/>
            <a:ext cx="1982679" cy="58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Pangan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31850" y="7476075"/>
            <a:ext cx="2260220" cy="58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Sandang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7078" y="8816432"/>
            <a:ext cx="1760091" cy="58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Papan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3192256"/>
            <a:ext cx="17218948" cy="11337272"/>
            <a:chOff x="0" y="0"/>
            <a:chExt cx="4535032" cy="2985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985948"/>
            </a:xfrm>
            <a:custGeom>
              <a:avLst/>
              <a:gdLst/>
              <a:ahLst/>
              <a:cxnLst/>
              <a:rect r="r" b="b" t="t" l="l"/>
              <a:pathLst>
                <a:path h="2985948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943235"/>
                  </a:lnTo>
                  <a:cubicBezTo>
                    <a:pt x="4535032" y="2966825"/>
                    <a:pt x="4515908" y="2985948"/>
                    <a:pt x="4492318" y="2985948"/>
                  </a:cubicBezTo>
                  <a:lnTo>
                    <a:pt x="42714" y="2985948"/>
                  </a:lnTo>
                  <a:cubicBezTo>
                    <a:pt x="19124" y="2985948"/>
                    <a:pt x="0" y="2966825"/>
                    <a:pt x="0" y="2943235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3AACA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302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7658" y="1360198"/>
            <a:ext cx="10372683" cy="1183492"/>
            <a:chOff x="0" y="0"/>
            <a:chExt cx="2731900" cy="311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1900" cy="311702"/>
            </a:xfrm>
            <a:custGeom>
              <a:avLst/>
              <a:gdLst/>
              <a:ahLst/>
              <a:cxnLst/>
              <a:rect r="r" b="b" t="t" l="l"/>
              <a:pathLst>
                <a:path h="311702" w="2731900">
                  <a:moveTo>
                    <a:pt x="70906" y="0"/>
                  </a:moveTo>
                  <a:lnTo>
                    <a:pt x="2660994" y="0"/>
                  </a:lnTo>
                  <a:cubicBezTo>
                    <a:pt x="2700155" y="0"/>
                    <a:pt x="2731900" y="31746"/>
                    <a:pt x="2731900" y="70906"/>
                  </a:cubicBezTo>
                  <a:lnTo>
                    <a:pt x="2731900" y="240796"/>
                  </a:lnTo>
                  <a:cubicBezTo>
                    <a:pt x="2731900" y="259601"/>
                    <a:pt x="2724430" y="277636"/>
                    <a:pt x="2711132" y="290934"/>
                  </a:cubicBezTo>
                  <a:cubicBezTo>
                    <a:pt x="2697835" y="304231"/>
                    <a:pt x="2679800" y="311702"/>
                    <a:pt x="2660994" y="311702"/>
                  </a:cubicBezTo>
                  <a:lnTo>
                    <a:pt x="70906" y="311702"/>
                  </a:lnTo>
                  <a:cubicBezTo>
                    <a:pt x="31746" y="311702"/>
                    <a:pt x="0" y="279956"/>
                    <a:pt x="0" y="240796"/>
                  </a:cubicBezTo>
                  <a:lnTo>
                    <a:pt x="0" y="70906"/>
                  </a:lnTo>
                  <a:cubicBezTo>
                    <a:pt x="0" y="31746"/>
                    <a:pt x="31746" y="0"/>
                    <a:pt x="709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1900" cy="349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4352" y="3931997"/>
            <a:ext cx="15279296" cy="5913067"/>
            <a:chOff x="0" y="0"/>
            <a:chExt cx="4024177" cy="1557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4177" cy="1557351"/>
            </a:xfrm>
            <a:custGeom>
              <a:avLst/>
              <a:gdLst/>
              <a:ahLst/>
              <a:cxnLst/>
              <a:rect r="r" b="b" t="t" l="l"/>
              <a:pathLst>
                <a:path h="1557351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531003"/>
                  </a:lnTo>
                  <a:cubicBezTo>
                    <a:pt x="4024177" y="1537991"/>
                    <a:pt x="4021401" y="1544693"/>
                    <a:pt x="4016459" y="1549634"/>
                  </a:cubicBezTo>
                  <a:cubicBezTo>
                    <a:pt x="4011518" y="1554575"/>
                    <a:pt x="4004817" y="1557351"/>
                    <a:pt x="3997829" y="1557351"/>
                  </a:cubicBezTo>
                  <a:lnTo>
                    <a:pt x="26348" y="1557351"/>
                  </a:lnTo>
                  <a:cubicBezTo>
                    <a:pt x="19360" y="1557351"/>
                    <a:pt x="12658" y="1554575"/>
                    <a:pt x="7717" y="1549634"/>
                  </a:cubicBezTo>
                  <a:cubicBezTo>
                    <a:pt x="2776" y="1544693"/>
                    <a:pt x="0" y="1537991"/>
                    <a:pt x="0" y="1531003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24177" cy="159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53280" y="6222532"/>
            <a:ext cx="6008756" cy="1868801"/>
          </a:xfrm>
          <a:custGeom>
            <a:avLst/>
            <a:gdLst/>
            <a:ahLst/>
            <a:cxnLst/>
            <a:rect r="r" b="b" t="t" l="l"/>
            <a:pathLst>
              <a:path h="1868801" w="6008756">
                <a:moveTo>
                  <a:pt x="0" y="0"/>
                </a:moveTo>
                <a:lnTo>
                  <a:pt x="6008756" y="0"/>
                </a:lnTo>
                <a:lnTo>
                  <a:pt x="6008756" y="1868801"/>
                </a:lnTo>
                <a:lnTo>
                  <a:pt x="0" y="186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41" t="-82531" r="-9559" b="-10939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64393" y="6791548"/>
            <a:ext cx="2131468" cy="415636"/>
          </a:xfrm>
          <a:custGeom>
            <a:avLst/>
            <a:gdLst/>
            <a:ahLst/>
            <a:cxnLst/>
            <a:rect r="r" b="b" t="t" l="l"/>
            <a:pathLst>
              <a:path h="415636" w="2131468">
                <a:moveTo>
                  <a:pt x="0" y="0"/>
                </a:moveTo>
                <a:lnTo>
                  <a:pt x="2131469" y="0"/>
                </a:lnTo>
                <a:lnTo>
                  <a:pt x="2131469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72218" y="6491859"/>
            <a:ext cx="887708" cy="1599474"/>
          </a:xfrm>
          <a:custGeom>
            <a:avLst/>
            <a:gdLst/>
            <a:ahLst/>
            <a:cxnLst/>
            <a:rect r="r" b="b" t="t" l="l"/>
            <a:pathLst>
              <a:path h="1599474" w="887708">
                <a:moveTo>
                  <a:pt x="0" y="0"/>
                </a:moveTo>
                <a:lnTo>
                  <a:pt x="887708" y="0"/>
                </a:lnTo>
                <a:lnTo>
                  <a:pt x="887708" y="1599474"/>
                </a:lnTo>
                <a:lnTo>
                  <a:pt x="0" y="1599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37040" y="6719696"/>
            <a:ext cx="1758509" cy="1371637"/>
          </a:xfrm>
          <a:custGeom>
            <a:avLst/>
            <a:gdLst/>
            <a:ahLst/>
            <a:cxnLst/>
            <a:rect r="r" b="b" t="t" l="l"/>
            <a:pathLst>
              <a:path h="1371637" w="1758509">
                <a:moveTo>
                  <a:pt x="0" y="0"/>
                </a:moveTo>
                <a:lnTo>
                  <a:pt x="1758509" y="0"/>
                </a:lnTo>
                <a:lnTo>
                  <a:pt x="1758509" y="1371637"/>
                </a:lnTo>
                <a:lnTo>
                  <a:pt x="0" y="1371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18136" y="6491412"/>
            <a:ext cx="1359966" cy="1431543"/>
          </a:xfrm>
          <a:custGeom>
            <a:avLst/>
            <a:gdLst/>
            <a:ahLst/>
            <a:cxnLst/>
            <a:rect r="r" b="b" t="t" l="l"/>
            <a:pathLst>
              <a:path h="1431543" w="1359966">
                <a:moveTo>
                  <a:pt x="0" y="0"/>
                </a:moveTo>
                <a:lnTo>
                  <a:pt x="1359966" y="0"/>
                </a:lnTo>
                <a:lnTo>
                  <a:pt x="1359966" y="1431544"/>
                </a:lnTo>
                <a:lnTo>
                  <a:pt x="0" y="14315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52749" y="6833720"/>
            <a:ext cx="1398093" cy="915751"/>
          </a:xfrm>
          <a:custGeom>
            <a:avLst/>
            <a:gdLst/>
            <a:ahLst/>
            <a:cxnLst/>
            <a:rect r="r" b="b" t="t" l="l"/>
            <a:pathLst>
              <a:path h="915751" w="1398093">
                <a:moveTo>
                  <a:pt x="0" y="0"/>
                </a:moveTo>
                <a:lnTo>
                  <a:pt x="1398093" y="0"/>
                </a:lnTo>
                <a:lnTo>
                  <a:pt x="1398093" y="915751"/>
                </a:lnTo>
                <a:lnTo>
                  <a:pt x="0" y="9157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59926" y="8342294"/>
            <a:ext cx="1811616" cy="1168492"/>
          </a:xfrm>
          <a:custGeom>
            <a:avLst/>
            <a:gdLst/>
            <a:ahLst/>
            <a:cxnLst/>
            <a:rect r="r" b="b" t="t" l="l"/>
            <a:pathLst>
              <a:path h="1168492" w="1811616">
                <a:moveTo>
                  <a:pt x="0" y="0"/>
                </a:moveTo>
                <a:lnTo>
                  <a:pt x="1811616" y="0"/>
                </a:lnTo>
                <a:lnTo>
                  <a:pt x="1811616" y="1168492"/>
                </a:lnTo>
                <a:lnTo>
                  <a:pt x="0" y="11684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21436" y="8359953"/>
            <a:ext cx="989717" cy="1150833"/>
          </a:xfrm>
          <a:custGeom>
            <a:avLst/>
            <a:gdLst/>
            <a:ahLst/>
            <a:cxnLst/>
            <a:rect r="r" b="b" t="t" l="l"/>
            <a:pathLst>
              <a:path h="1150833" w="989717">
                <a:moveTo>
                  <a:pt x="0" y="0"/>
                </a:moveTo>
                <a:lnTo>
                  <a:pt x="989717" y="0"/>
                </a:lnTo>
                <a:lnTo>
                  <a:pt x="989717" y="1150833"/>
                </a:lnTo>
                <a:lnTo>
                  <a:pt x="0" y="11508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44182" y="8359953"/>
            <a:ext cx="1017134" cy="1001877"/>
          </a:xfrm>
          <a:custGeom>
            <a:avLst/>
            <a:gdLst/>
            <a:ahLst/>
            <a:cxnLst/>
            <a:rect r="r" b="b" t="t" l="l"/>
            <a:pathLst>
              <a:path h="1001877" w="1017134">
                <a:moveTo>
                  <a:pt x="0" y="0"/>
                </a:moveTo>
                <a:lnTo>
                  <a:pt x="1017134" y="0"/>
                </a:lnTo>
                <a:lnTo>
                  <a:pt x="1017134" y="1001877"/>
                </a:lnTo>
                <a:lnTo>
                  <a:pt x="0" y="100187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95387" y="1274596"/>
            <a:ext cx="11097226" cy="122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5"/>
              </a:lnSpc>
            </a:pPr>
            <a:r>
              <a:rPr lang="en-US" b="true" sz="6082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Kebutuhan Sekunder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72218" y="4224245"/>
            <a:ext cx="7688153" cy="176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Apabila kebutuhan primer sudah terpenuhi, maka dapat mencukupi kebutuhan sekunder, yaitu: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3192256"/>
            <a:ext cx="17218948" cy="11337272"/>
            <a:chOff x="0" y="0"/>
            <a:chExt cx="4535032" cy="2985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985948"/>
            </a:xfrm>
            <a:custGeom>
              <a:avLst/>
              <a:gdLst/>
              <a:ahLst/>
              <a:cxnLst/>
              <a:rect r="r" b="b" t="t" l="l"/>
              <a:pathLst>
                <a:path h="2985948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943235"/>
                  </a:lnTo>
                  <a:cubicBezTo>
                    <a:pt x="4535032" y="2966825"/>
                    <a:pt x="4515908" y="2985948"/>
                    <a:pt x="4492318" y="2985948"/>
                  </a:cubicBezTo>
                  <a:lnTo>
                    <a:pt x="42714" y="2985948"/>
                  </a:lnTo>
                  <a:cubicBezTo>
                    <a:pt x="19124" y="2985948"/>
                    <a:pt x="0" y="2966825"/>
                    <a:pt x="0" y="2943235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B2DECE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302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7658" y="1360198"/>
            <a:ext cx="10372683" cy="1183492"/>
            <a:chOff x="0" y="0"/>
            <a:chExt cx="2731900" cy="311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1900" cy="311702"/>
            </a:xfrm>
            <a:custGeom>
              <a:avLst/>
              <a:gdLst/>
              <a:ahLst/>
              <a:cxnLst/>
              <a:rect r="r" b="b" t="t" l="l"/>
              <a:pathLst>
                <a:path h="311702" w="2731900">
                  <a:moveTo>
                    <a:pt x="70906" y="0"/>
                  </a:moveTo>
                  <a:lnTo>
                    <a:pt x="2660994" y="0"/>
                  </a:lnTo>
                  <a:cubicBezTo>
                    <a:pt x="2700155" y="0"/>
                    <a:pt x="2731900" y="31746"/>
                    <a:pt x="2731900" y="70906"/>
                  </a:cubicBezTo>
                  <a:lnTo>
                    <a:pt x="2731900" y="240796"/>
                  </a:lnTo>
                  <a:cubicBezTo>
                    <a:pt x="2731900" y="259601"/>
                    <a:pt x="2724430" y="277636"/>
                    <a:pt x="2711132" y="290934"/>
                  </a:cubicBezTo>
                  <a:cubicBezTo>
                    <a:pt x="2697835" y="304231"/>
                    <a:pt x="2679800" y="311702"/>
                    <a:pt x="2660994" y="311702"/>
                  </a:cubicBezTo>
                  <a:lnTo>
                    <a:pt x="70906" y="311702"/>
                  </a:lnTo>
                  <a:cubicBezTo>
                    <a:pt x="31746" y="311702"/>
                    <a:pt x="0" y="279956"/>
                    <a:pt x="0" y="240796"/>
                  </a:cubicBezTo>
                  <a:lnTo>
                    <a:pt x="0" y="70906"/>
                  </a:lnTo>
                  <a:cubicBezTo>
                    <a:pt x="0" y="31746"/>
                    <a:pt x="31746" y="0"/>
                    <a:pt x="709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1900" cy="349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4352" y="3931997"/>
            <a:ext cx="15279296" cy="5913067"/>
            <a:chOff x="0" y="0"/>
            <a:chExt cx="4024177" cy="1557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4177" cy="1557351"/>
            </a:xfrm>
            <a:custGeom>
              <a:avLst/>
              <a:gdLst/>
              <a:ahLst/>
              <a:cxnLst/>
              <a:rect r="r" b="b" t="t" l="l"/>
              <a:pathLst>
                <a:path h="1557351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531003"/>
                  </a:lnTo>
                  <a:cubicBezTo>
                    <a:pt x="4024177" y="1537991"/>
                    <a:pt x="4021401" y="1544693"/>
                    <a:pt x="4016459" y="1549634"/>
                  </a:cubicBezTo>
                  <a:cubicBezTo>
                    <a:pt x="4011518" y="1554575"/>
                    <a:pt x="4004817" y="1557351"/>
                    <a:pt x="3997829" y="1557351"/>
                  </a:cubicBezTo>
                  <a:lnTo>
                    <a:pt x="26348" y="1557351"/>
                  </a:lnTo>
                  <a:cubicBezTo>
                    <a:pt x="19360" y="1557351"/>
                    <a:pt x="12658" y="1554575"/>
                    <a:pt x="7717" y="1549634"/>
                  </a:cubicBezTo>
                  <a:cubicBezTo>
                    <a:pt x="2776" y="1544693"/>
                    <a:pt x="0" y="1537991"/>
                    <a:pt x="0" y="1531003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24177" cy="159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1108" y="6558865"/>
            <a:ext cx="4533101" cy="1296638"/>
          </a:xfrm>
          <a:custGeom>
            <a:avLst/>
            <a:gdLst/>
            <a:ahLst/>
            <a:cxnLst/>
            <a:rect r="r" b="b" t="t" l="l"/>
            <a:pathLst>
              <a:path h="1296638" w="4533101">
                <a:moveTo>
                  <a:pt x="0" y="0"/>
                </a:moveTo>
                <a:lnTo>
                  <a:pt x="4533101" y="0"/>
                </a:lnTo>
                <a:lnTo>
                  <a:pt x="4533101" y="1296638"/>
                </a:lnTo>
                <a:lnTo>
                  <a:pt x="0" y="129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927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64393" y="6791548"/>
            <a:ext cx="2131468" cy="415636"/>
          </a:xfrm>
          <a:custGeom>
            <a:avLst/>
            <a:gdLst/>
            <a:ahLst/>
            <a:cxnLst/>
            <a:rect r="r" b="b" t="t" l="l"/>
            <a:pathLst>
              <a:path h="415636" w="2131468">
                <a:moveTo>
                  <a:pt x="0" y="0"/>
                </a:moveTo>
                <a:lnTo>
                  <a:pt x="2131469" y="0"/>
                </a:lnTo>
                <a:lnTo>
                  <a:pt x="2131469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72218" y="6558865"/>
            <a:ext cx="2319171" cy="1066818"/>
          </a:xfrm>
          <a:custGeom>
            <a:avLst/>
            <a:gdLst/>
            <a:ahLst/>
            <a:cxnLst/>
            <a:rect r="r" b="b" t="t" l="l"/>
            <a:pathLst>
              <a:path h="1066818" w="2319171">
                <a:moveTo>
                  <a:pt x="0" y="0"/>
                </a:moveTo>
                <a:lnTo>
                  <a:pt x="2319171" y="0"/>
                </a:lnTo>
                <a:lnTo>
                  <a:pt x="2319171" y="1066819"/>
                </a:lnTo>
                <a:lnTo>
                  <a:pt x="0" y="1066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91459" y="6373048"/>
            <a:ext cx="1575642" cy="1252635"/>
          </a:xfrm>
          <a:custGeom>
            <a:avLst/>
            <a:gdLst/>
            <a:ahLst/>
            <a:cxnLst/>
            <a:rect r="r" b="b" t="t" l="l"/>
            <a:pathLst>
              <a:path h="1252635" w="1575642">
                <a:moveTo>
                  <a:pt x="0" y="0"/>
                </a:moveTo>
                <a:lnTo>
                  <a:pt x="1575642" y="0"/>
                </a:lnTo>
                <a:lnTo>
                  <a:pt x="1575642" y="1252636"/>
                </a:lnTo>
                <a:lnTo>
                  <a:pt x="0" y="12526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372560" y="6477237"/>
            <a:ext cx="1174328" cy="1021665"/>
          </a:xfrm>
          <a:custGeom>
            <a:avLst/>
            <a:gdLst/>
            <a:ahLst/>
            <a:cxnLst/>
            <a:rect r="r" b="b" t="t" l="l"/>
            <a:pathLst>
              <a:path h="1021665" w="1174328">
                <a:moveTo>
                  <a:pt x="0" y="0"/>
                </a:moveTo>
                <a:lnTo>
                  <a:pt x="1174328" y="0"/>
                </a:lnTo>
                <a:lnTo>
                  <a:pt x="1174328" y="1021665"/>
                </a:lnTo>
                <a:lnTo>
                  <a:pt x="0" y="10216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72218" y="7855503"/>
            <a:ext cx="2694547" cy="1697565"/>
          </a:xfrm>
          <a:custGeom>
            <a:avLst/>
            <a:gdLst/>
            <a:ahLst/>
            <a:cxnLst/>
            <a:rect r="r" b="b" t="t" l="l"/>
            <a:pathLst>
              <a:path h="1697565" w="2694547">
                <a:moveTo>
                  <a:pt x="0" y="0"/>
                </a:moveTo>
                <a:lnTo>
                  <a:pt x="2694547" y="0"/>
                </a:lnTo>
                <a:lnTo>
                  <a:pt x="2694547" y="1697565"/>
                </a:lnTo>
                <a:lnTo>
                  <a:pt x="0" y="16975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10379" y="7855503"/>
            <a:ext cx="2873018" cy="1422144"/>
          </a:xfrm>
          <a:custGeom>
            <a:avLst/>
            <a:gdLst/>
            <a:ahLst/>
            <a:cxnLst/>
            <a:rect r="r" b="b" t="t" l="l"/>
            <a:pathLst>
              <a:path h="1422144" w="2873018">
                <a:moveTo>
                  <a:pt x="0" y="0"/>
                </a:moveTo>
                <a:lnTo>
                  <a:pt x="2873018" y="0"/>
                </a:lnTo>
                <a:lnTo>
                  <a:pt x="2873018" y="1422144"/>
                </a:lnTo>
                <a:lnTo>
                  <a:pt x="0" y="14221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701120" y="8080997"/>
            <a:ext cx="1265981" cy="1472070"/>
          </a:xfrm>
          <a:custGeom>
            <a:avLst/>
            <a:gdLst/>
            <a:ahLst/>
            <a:cxnLst/>
            <a:rect r="r" b="b" t="t" l="l"/>
            <a:pathLst>
              <a:path h="1472070" w="1265981">
                <a:moveTo>
                  <a:pt x="0" y="0"/>
                </a:moveTo>
                <a:lnTo>
                  <a:pt x="1265981" y="0"/>
                </a:lnTo>
                <a:lnTo>
                  <a:pt x="1265981" y="1472071"/>
                </a:lnTo>
                <a:lnTo>
                  <a:pt x="0" y="14720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95387" y="1274596"/>
            <a:ext cx="11097226" cy="122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5"/>
              </a:lnSpc>
            </a:pPr>
            <a:r>
              <a:rPr lang="en-US" b="true" sz="6082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Kebutuhan Tersier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72218" y="4224245"/>
            <a:ext cx="7688153" cy="176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4"/>
              </a:lnSpc>
            </a:pPr>
            <a:r>
              <a:rPr lang="en-US" sz="3367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Kebutuhan yang ada apabila kebutuhan primer dan sekunder telah terpenuhi: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4336838"/>
            <a:ext cx="17218948" cy="10192689"/>
            <a:chOff x="0" y="0"/>
            <a:chExt cx="4535032" cy="2684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684494"/>
            </a:xfrm>
            <a:custGeom>
              <a:avLst/>
              <a:gdLst/>
              <a:ahLst/>
              <a:cxnLst/>
              <a:rect r="r" b="b" t="t" l="l"/>
              <a:pathLst>
                <a:path h="268449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641781"/>
                  </a:lnTo>
                  <a:cubicBezTo>
                    <a:pt x="4535032" y="2665371"/>
                    <a:pt x="4515908" y="2684494"/>
                    <a:pt x="4492318" y="2684494"/>
                  </a:cubicBezTo>
                  <a:lnTo>
                    <a:pt x="42714" y="2684494"/>
                  </a:lnTo>
                  <a:cubicBezTo>
                    <a:pt x="19124" y="2684494"/>
                    <a:pt x="0" y="2665371"/>
                    <a:pt x="0" y="2641781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ED9E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72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4352" y="2818679"/>
            <a:ext cx="15279296" cy="6849666"/>
            <a:chOff x="0" y="0"/>
            <a:chExt cx="4024177" cy="1804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24177" cy="1804027"/>
            </a:xfrm>
            <a:custGeom>
              <a:avLst/>
              <a:gdLst/>
              <a:ahLst/>
              <a:cxnLst/>
              <a:rect r="r" b="b" t="t" l="l"/>
              <a:pathLst>
                <a:path h="1804027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777679"/>
                  </a:lnTo>
                  <a:cubicBezTo>
                    <a:pt x="4024177" y="1784667"/>
                    <a:pt x="4021401" y="1791369"/>
                    <a:pt x="4016459" y="1796310"/>
                  </a:cubicBezTo>
                  <a:cubicBezTo>
                    <a:pt x="4011518" y="1801251"/>
                    <a:pt x="4004817" y="1804027"/>
                    <a:pt x="3997829" y="1804027"/>
                  </a:cubicBezTo>
                  <a:lnTo>
                    <a:pt x="26348" y="1804027"/>
                  </a:lnTo>
                  <a:cubicBezTo>
                    <a:pt x="19360" y="1804027"/>
                    <a:pt x="12658" y="1801251"/>
                    <a:pt x="7717" y="1796310"/>
                  </a:cubicBezTo>
                  <a:cubicBezTo>
                    <a:pt x="2776" y="1791369"/>
                    <a:pt x="0" y="1784667"/>
                    <a:pt x="0" y="1777679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24177" cy="1842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61669" y="3838076"/>
            <a:ext cx="4810872" cy="48108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AAC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388221" y="4589443"/>
            <a:ext cx="3157768" cy="3308138"/>
          </a:xfrm>
          <a:custGeom>
            <a:avLst/>
            <a:gdLst/>
            <a:ahLst/>
            <a:cxnLst/>
            <a:rect r="r" b="b" t="t" l="l"/>
            <a:pathLst>
              <a:path h="3308138" w="3157768">
                <a:moveTo>
                  <a:pt x="0" y="0"/>
                </a:moveTo>
                <a:lnTo>
                  <a:pt x="3157768" y="0"/>
                </a:lnTo>
                <a:lnTo>
                  <a:pt x="3157768" y="3308138"/>
                </a:lnTo>
                <a:lnTo>
                  <a:pt x="0" y="330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5690" y="800100"/>
            <a:ext cx="15796619" cy="147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Studi Kasus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28828" y="3676151"/>
            <a:ext cx="8201411" cy="291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Aulia memiliki uang Rp80.000. Ia harus membeli makanan untuk bekal sekolah. Ia juga membutuhkan buku tulis baru karena bukunya sudah habis. Selain itu, Aulia ingin membeli baju yang sedang diskon.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28828" y="6926543"/>
            <a:ext cx="8393290" cy="178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1. Tentukan jenis kebutuhan dari ketiga barang tersebut!</a:t>
            </a:r>
          </a:p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2. Urutkan prioritas kebutuhan Aulia!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4336838"/>
            <a:ext cx="17218948" cy="10192689"/>
            <a:chOff x="0" y="0"/>
            <a:chExt cx="4535032" cy="2684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684494"/>
            </a:xfrm>
            <a:custGeom>
              <a:avLst/>
              <a:gdLst/>
              <a:ahLst/>
              <a:cxnLst/>
              <a:rect r="r" b="b" t="t" l="l"/>
              <a:pathLst>
                <a:path h="268449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641781"/>
                  </a:lnTo>
                  <a:cubicBezTo>
                    <a:pt x="4535032" y="2665371"/>
                    <a:pt x="4515908" y="2684494"/>
                    <a:pt x="4492318" y="2684494"/>
                  </a:cubicBezTo>
                  <a:lnTo>
                    <a:pt x="42714" y="2684494"/>
                  </a:lnTo>
                  <a:cubicBezTo>
                    <a:pt x="19124" y="2684494"/>
                    <a:pt x="0" y="2665371"/>
                    <a:pt x="0" y="2641781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DBB4F2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72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4352" y="2818679"/>
            <a:ext cx="15279296" cy="6849666"/>
            <a:chOff x="0" y="0"/>
            <a:chExt cx="4024177" cy="1804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24177" cy="1804027"/>
            </a:xfrm>
            <a:custGeom>
              <a:avLst/>
              <a:gdLst/>
              <a:ahLst/>
              <a:cxnLst/>
              <a:rect r="r" b="b" t="t" l="l"/>
              <a:pathLst>
                <a:path h="1804027" w="4024177">
                  <a:moveTo>
                    <a:pt x="26348" y="0"/>
                  </a:moveTo>
                  <a:lnTo>
                    <a:pt x="3997829" y="0"/>
                  </a:lnTo>
                  <a:cubicBezTo>
                    <a:pt x="4004817" y="0"/>
                    <a:pt x="4011518" y="2776"/>
                    <a:pt x="4016459" y="7717"/>
                  </a:cubicBezTo>
                  <a:cubicBezTo>
                    <a:pt x="4021401" y="12658"/>
                    <a:pt x="4024177" y="19360"/>
                    <a:pt x="4024177" y="26348"/>
                  </a:cubicBezTo>
                  <a:lnTo>
                    <a:pt x="4024177" y="1777679"/>
                  </a:lnTo>
                  <a:cubicBezTo>
                    <a:pt x="4024177" y="1784667"/>
                    <a:pt x="4021401" y="1791369"/>
                    <a:pt x="4016459" y="1796310"/>
                  </a:cubicBezTo>
                  <a:cubicBezTo>
                    <a:pt x="4011518" y="1801251"/>
                    <a:pt x="4004817" y="1804027"/>
                    <a:pt x="3997829" y="1804027"/>
                  </a:cubicBezTo>
                  <a:lnTo>
                    <a:pt x="26348" y="1804027"/>
                  </a:lnTo>
                  <a:cubicBezTo>
                    <a:pt x="19360" y="1804027"/>
                    <a:pt x="12658" y="1801251"/>
                    <a:pt x="7717" y="1796310"/>
                  </a:cubicBezTo>
                  <a:cubicBezTo>
                    <a:pt x="2776" y="1791369"/>
                    <a:pt x="0" y="1784667"/>
                    <a:pt x="0" y="1777679"/>
                  </a:cubicBezTo>
                  <a:lnTo>
                    <a:pt x="0" y="26348"/>
                  </a:lnTo>
                  <a:cubicBezTo>
                    <a:pt x="0" y="19360"/>
                    <a:pt x="2776" y="12658"/>
                    <a:pt x="7717" y="7717"/>
                  </a:cubicBezTo>
                  <a:cubicBezTo>
                    <a:pt x="12658" y="2776"/>
                    <a:pt x="19360" y="0"/>
                    <a:pt x="26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24177" cy="1842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61669" y="3838076"/>
            <a:ext cx="4810872" cy="48108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AAC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508231" y="4466165"/>
            <a:ext cx="2917748" cy="3554694"/>
          </a:xfrm>
          <a:custGeom>
            <a:avLst/>
            <a:gdLst/>
            <a:ahLst/>
            <a:cxnLst/>
            <a:rect r="r" b="b" t="t" l="l"/>
            <a:pathLst>
              <a:path h="3554694" w="2917748">
                <a:moveTo>
                  <a:pt x="0" y="0"/>
                </a:moveTo>
                <a:lnTo>
                  <a:pt x="2917748" y="0"/>
                </a:lnTo>
                <a:lnTo>
                  <a:pt x="2917748" y="3554694"/>
                </a:lnTo>
                <a:lnTo>
                  <a:pt x="0" y="3554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5690" y="800100"/>
            <a:ext cx="15796619" cy="147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Studi Kasus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1120" y="3290148"/>
            <a:ext cx="8201411" cy="57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Tsaqif memiliki uang Rp100.000. Ia membutuhkan sepatu sekolah baru karena sepatunya sudah rusak. Ia juga ingin membeli tas baru karena model tas temannya lebih bagus, serta headset untuk mendengarkan musik.</a:t>
            </a:r>
          </a:p>
          <a:p>
            <a:pPr algn="l">
              <a:lnSpc>
                <a:spcPts val="4459"/>
              </a:lnSpc>
            </a:pPr>
          </a:p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1. Kelompokkan ketiga kebutuhan Tsaqif menjadi primer, sekunder, atau tersier!</a:t>
            </a:r>
          </a:p>
          <a:p>
            <a:pPr algn="l">
              <a:lnSpc>
                <a:spcPts val="4459"/>
              </a:lnSpc>
            </a:pPr>
            <a:r>
              <a:rPr lang="en-US" sz="3185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2. Urutkan prioritas kebutuhan tersebut!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6FF8A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88112" y="1652173"/>
            <a:ext cx="13826052" cy="3277211"/>
            <a:chOff x="0" y="0"/>
            <a:chExt cx="3641429" cy="863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41429" cy="863134"/>
            </a:xfrm>
            <a:custGeom>
              <a:avLst/>
              <a:gdLst/>
              <a:ahLst/>
              <a:cxnLst/>
              <a:rect r="r" b="b" t="t" l="l"/>
              <a:pathLst>
                <a:path h="863134" w="3641429">
                  <a:moveTo>
                    <a:pt x="29117" y="0"/>
                  </a:moveTo>
                  <a:lnTo>
                    <a:pt x="3612312" y="0"/>
                  </a:lnTo>
                  <a:cubicBezTo>
                    <a:pt x="3620034" y="0"/>
                    <a:pt x="3627440" y="3068"/>
                    <a:pt x="3632901" y="8528"/>
                  </a:cubicBezTo>
                  <a:cubicBezTo>
                    <a:pt x="3638362" y="13989"/>
                    <a:pt x="3641429" y="21395"/>
                    <a:pt x="3641429" y="29117"/>
                  </a:cubicBezTo>
                  <a:lnTo>
                    <a:pt x="3641429" y="834016"/>
                  </a:lnTo>
                  <a:cubicBezTo>
                    <a:pt x="3641429" y="841739"/>
                    <a:pt x="3638362" y="849145"/>
                    <a:pt x="3632901" y="854605"/>
                  </a:cubicBezTo>
                  <a:cubicBezTo>
                    <a:pt x="3627440" y="860066"/>
                    <a:pt x="3620034" y="863134"/>
                    <a:pt x="3612312" y="863134"/>
                  </a:cubicBezTo>
                  <a:lnTo>
                    <a:pt x="29117" y="863134"/>
                  </a:lnTo>
                  <a:cubicBezTo>
                    <a:pt x="21395" y="863134"/>
                    <a:pt x="13989" y="860066"/>
                    <a:pt x="8528" y="854605"/>
                  </a:cubicBezTo>
                  <a:cubicBezTo>
                    <a:pt x="3068" y="849145"/>
                    <a:pt x="0" y="841739"/>
                    <a:pt x="0" y="834016"/>
                  </a:cubicBezTo>
                  <a:lnTo>
                    <a:pt x="0" y="29117"/>
                  </a:lnTo>
                  <a:cubicBezTo>
                    <a:pt x="0" y="21395"/>
                    <a:pt x="3068" y="13989"/>
                    <a:pt x="8528" y="8528"/>
                  </a:cubicBezTo>
                  <a:cubicBezTo>
                    <a:pt x="13989" y="3068"/>
                    <a:pt x="21395" y="0"/>
                    <a:pt x="291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41429" cy="9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90363" y="1765661"/>
            <a:ext cx="1265745" cy="1351767"/>
            <a:chOff x="0" y="0"/>
            <a:chExt cx="1687660" cy="18023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505035" y="293182"/>
              <a:ext cx="929148" cy="92914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7660" cy="1802355"/>
            </a:xfrm>
            <a:custGeom>
              <a:avLst/>
              <a:gdLst/>
              <a:ahLst/>
              <a:cxnLst/>
              <a:rect r="r" b="b" t="t" l="l"/>
              <a:pathLst>
                <a:path h="1802355" w="1687660">
                  <a:moveTo>
                    <a:pt x="0" y="0"/>
                  </a:moveTo>
                  <a:lnTo>
                    <a:pt x="1687660" y="0"/>
                  </a:lnTo>
                  <a:lnTo>
                    <a:pt x="1687660" y="1802355"/>
                  </a:lnTo>
                  <a:lnTo>
                    <a:pt x="0" y="180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36642" y="1765661"/>
            <a:ext cx="1265745" cy="1351767"/>
            <a:chOff x="0" y="0"/>
            <a:chExt cx="1687660" cy="180235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505035" y="293182"/>
              <a:ext cx="929148" cy="92914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7660" cy="1802355"/>
            </a:xfrm>
            <a:custGeom>
              <a:avLst/>
              <a:gdLst/>
              <a:ahLst/>
              <a:cxnLst/>
              <a:rect r="r" b="b" t="t" l="l"/>
              <a:pathLst>
                <a:path h="1802355" w="1687660">
                  <a:moveTo>
                    <a:pt x="0" y="0"/>
                  </a:moveTo>
                  <a:lnTo>
                    <a:pt x="1687660" y="0"/>
                  </a:lnTo>
                  <a:lnTo>
                    <a:pt x="1687660" y="1802355"/>
                  </a:lnTo>
                  <a:lnTo>
                    <a:pt x="0" y="180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5400000">
            <a:off x="8885890" y="-405227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0" y="0"/>
                </a:lnTo>
                <a:lnTo>
                  <a:pt x="5162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70909" y="5462784"/>
            <a:ext cx="5794697" cy="3277211"/>
          </a:xfrm>
          <a:custGeom>
            <a:avLst/>
            <a:gdLst/>
            <a:ahLst/>
            <a:cxnLst/>
            <a:rect r="r" b="b" t="t" l="l"/>
            <a:pathLst>
              <a:path h="3277211" w="5794697">
                <a:moveTo>
                  <a:pt x="0" y="0"/>
                </a:moveTo>
                <a:lnTo>
                  <a:pt x="5794697" y="0"/>
                </a:lnTo>
                <a:lnTo>
                  <a:pt x="5794697" y="3277211"/>
                </a:lnTo>
                <a:lnTo>
                  <a:pt x="0" y="3277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68" t="-187402" r="-17575" b="-16973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736945" y="2203420"/>
            <a:ext cx="10642659" cy="272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18"/>
              </a:lnSpc>
            </a:pPr>
            <a:r>
              <a:rPr lang="en-US" b="true" sz="8251" spc="-247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HAND HOLDING AND SPINNING GAME!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58275" y="5462784"/>
            <a:ext cx="6913026" cy="3277211"/>
            <a:chOff x="0" y="0"/>
            <a:chExt cx="1820715" cy="8631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0715" cy="863134"/>
            </a:xfrm>
            <a:custGeom>
              <a:avLst/>
              <a:gdLst/>
              <a:ahLst/>
              <a:cxnLst/>
              <a:rect r="r" b="b" t="t" l="l"/>
              <a:pathLst>
                <a:path h="863134" w="1820715">
                  <a:moveTo>
                    <a:pt x="58235" y="0"/>
                  </a:moveTo>
                  <a:lnTo>
                    <a:pt x="1762480" y="0"/>
                  </a:lnTo>
                  <a:cubicBezTo>
                    <a:pt x="1794642" y="0"/>
                    <a:pt x="1820715" y="26073"/>
                    <a:pt x="1820715" y="58235"/>
                  </a:cubicBezTo>
                  <a:lnTo>
                    <a:pt x="1820715" y="804899"/>
                  </a:lnTo>
                  <a:cubicBezTo>
                    <a:pt x="1820715" y="837061"/>
                    <a:pt x="1794642" y="863134"/>
                    <a:pt x="1762480" y="863134"/>
                  </a:cubicBezTo>
                  <a:lnTo>
                    <a:pt x="58235" y="863134"/>
                  </a:lnTo>
                  <a:cubicBezTo>
                    <a:pt x="26073" y="863134"/>
                    <a:pt x="0" y="837061"/>
                    <a:pt x="0" y="804899"/>
                  </a:cubicBezTo>
                  <a:lnTo>
                    <a:pt x="0" y="58235"/>
                  </a:lnTo>
                  <a:cubicBezTo>
                    <a:pt x="0" y="26073"/>
                    <a:pt x="26073" y="0"/>
                    <a:pt x="582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820715" cy="90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287281" y="5829250"/>
            <a:ext cx="6455014" cy="25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050" b="true">
                <a:solidFill>
                  <a:srgbClr val="FF4A4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Peraturan!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Membuat 2 kelompok (4 orang)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Membaca studi kasus terlebih dahulu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Membuat circle kecil dan saling memunggungi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Bergandeng tangan dengan teman di sebelahnya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Mengerjakan soal hanya 1x untuk 1 orang lalu </a:t>
            </a:r>
          </a:p>
          <a:p>
            <a:pPr algn="l">
              <a:lnSpc>
                <a:spcPts val="2870"/>
              </a:lnSpc>
            </a:pPr>
            <a:r>
              <a:rPr lang="en-US" sz="2050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memutar bergantian dengan teman di sebelahnya.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9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237707" y="2613720"/>
            <a:ext cx="11812586" cy="664458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651140" y="800100"/>
            <a:ext cx="10985721" cy="147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3"/>
              </a:lnSpc>
            </a:pPr>
            <a:r>
              <a:rPr lang="en-US" b="true" sz="8204" spc="-246">
                <a:solidFill>
                  <a:srgbClr val="09212D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Mari Bernyanyi!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37707" y="2613720"/>
            <a:ext cx="11812586" cy="6644580"/>
            <a:chOff x="0" y="0"/>
            <a:chExt cx="3111134" cy="1750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11134" cy="1750013"/>
            </a:xfrm>
            <a:custGeom>
              <a:avLst/>
              <a:gdLst/>
              <a:ahLst/>
              <a:cxnLst/>
              <a:rect r="r" b="b" t="t" l="l"/>
              <a:pathLst>
                <a:path h="1750013" w="3111134">
                  <a:moveTo>
                    <a:pt x="38013" y="0"/>
                  </a:moveTo>
                  <a:lnTo>
                    <a:pt x="3073121" y="0"/>
                  </a:lnTo>
                  <a:cubicBezTo>
                    <a:pt x="3083203" y="0"/>
                    <a:pt x="3092871" y="4005"/>
                    <a:pt x="3100000" y="11134"/>
                  </a:cubicBezTo>
                  <a:cubicBezTo>
                    <a:pt x="3107129" y="18263"/>
                    <a:pt x="3111134" y="27931"/>
                    <a:pt x="3111134" y="38013"/>
                  </a:cubicBezTo>
                  <a:lnTo>
                    <a:pt x="3111134" y="1712000"/>
                  </a:lnTo>
                  <a:cubicBezTo>
                    <a:pt x="3111134" y="1722082"/>
                    <a:pt x="3107129" y="1731750"/>
                    <a:pt x="3100000" y="1738879"/>
                  </a:cubicBezTo>
                  <a:cubicBezTo>
                    <a:pt x="3092871" y="1746008"/>
                    <a:pt x="3083203" y="1750013"/>
                    <a:pt x="3073121" y="1750013"/>
                  </a:cubicBezTo>
                  <a:lnTo>
                    <a:pt x="38013" y="1750013"/>
                  </a:lnTo>
                  <a:cubicBezTo>
                    <a:pt x="27931" y="1750013"/>
                    <a:pt x="18263" y="1746008"/>
                    <a:pt x="11134" y="1738879"/>
                  </a:cubicBezTo>
                  <a:cubicBezTo>
                    <a:pt x="4005" y="1731750"/>
                    <a:pt x="0" y="1722082"/>
                    <a:pt x="0" y="1712000"/>
                  </a:cubicBezTo>
                  <a:lnTo>
                    <a:pt x="0" y="38013"/>
                  </a:lnTo>
                  <a:cubicBezTo>
                    <a:pt x="0" y="27931"/>
                    <a:pt x="4005" y="18263"/>
                    <a:pt x="11134" y="11134"/>
                  </a:cubicBezTo>
                  <a:cubicBezTo>
                    <a:pt x="18263" y="4005"/>
                    <a:pt x="27931" y="0"/>
                    <a:pt x="38013" y="0"/>
                  </a:cubicBezTo>
                  <a:close/>
                </a:path>
              </a:pathLst>
            </a:custGeom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11134" cy="1788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C6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841704"/>
            <a:ext cx="16230600" cy="2416596"/>
            <a:chOff x="0" y="0"/>
            <a:chExt cx="4274726" cy="636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636470"/>
            </a:xfrm>
            <a:custGeom>
              <a:avLst/>
              <a:gdLst/>
              <a:ahLst/>
              <a:cxnLst/>
              <a:rect r="r" b="b" t="t" l="l"/>
              <a:pathLst>
                <a:path h="636470" w="4274726">
                  <a:moveTo>
                    <a:pt x="27666" y="0"/>
                  </a:moveTo>
                  <a:lnTo>
                    <a:pt x="4247060" y="0"/>
                  </a:lnTo>
                  <a:cubicBezTo>
                    <a:pt x="4262339" y="0"/>
                    <a:pt x="4274726" y="12386"/>
                    <a:pt x="4274726" y="27666"/>
                  </a:cubicBezTo>
                  <a:lnTo>
                    <a:pt x="4274726" y="608804"/>
                  </a:lnTo>
                  <a:cubicBezTo>
                    <a:pt x="4274726" y="624083"/>
                    <a:pt x="4262339" y="636470"/>
                    <a:pt x="4247060" y="636470"/>
                  </a:cubicBezTo>
                  <a:lnTo>
                    <a:pt x="27666" y="636470"/>
                  </a:lnTo>
                  <a:cubicBezTo>
                    <a:pt x="12386" y="636470"/>
                    <a:pt x="0" y="624083"/>
                    <a:pt x="0" y="608804"/>
                  </a:cubicBezTo>
                  <a:lnTo>
                    <a:pt x="0" y="27666"/>
                  </a:lnTo>
                  <a:cubicBezTo>
                    <a:pt x="0" y="12386"/>
                    <a:pt x="12386" y="0"/>
                    <a:pt x="276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674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19075" y="7243811"/>
            <a:ext cx="13849850" cy="143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1"/>
              </a:lnSpc>
            </a:pPr>
            <a:r>
              <a:rPr lang="en-US" sz="3786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Bijak memenuhi kebutuhan hari ini</a:t>
            </a:r>
          </a:p>
          <a:p>
            <a:pPr algn="ctr">
              <a:lnSpc>
                <a:spcPts val="5301"/>
              </a:lnSpc>
            </a:pPr>
            <a:r>
              <a:rPr lang="en-US" sz="3786">
                <a:solidFill>
                  <a:srgbClr val="09212D"/>
                </a:solidFill>
                <a:latin typeface="Agrandir"/>
                <a:ea typeface="Agrandir"/>
                <a:cs typeface="Agrandir"/>
                <a:sym typeface="Agrandir"/>
              </a:rPr>
              <a:t>Cerdas merencanakan kebutuhan esok hari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52886" y="1266825"/>
            <a:ext cx="1265745" cy="1351767"/>
            <a:chOff x="0" y="0"/>
            <a:chExt cx="1687660" cy="180235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505035" y="293182"/>
              <a:ext cx="929148" cy="92914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7660" cy="1802355"/>
            </a:xfrm>
            <a:custGeom>
              <a:avLst/>
              <a:gdLst/>
              <a:ahLst/>
              <a:cxnLst/>
              <a:rect r="r" b="b" t="t" l="l"/>
              <a:pathLst>
                <a:path h="1802355" w="1687660">
                  <a:moveTo>
                    <a:pt x="0" y="0"/>
                  </a:moveTo>
                  <a:lnTo>
                    <a:pt x="1687660" y="0"/>
                  </a:lnTo>
                  <a:lnTo>
                    <a:pt x="1687660" y="1802355"/>
                  </a:lnTo>
                  <a:lnTo>
                    <a:pt x="0" y="180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21425" y="1580758"/>
            <a:ext cx="14645149" cy="443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6314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INGAT!</a:t>
            </a:r>
          </a:p>
          <a:p>
            <a:pPr algn="ctr">
              <a:lnSpc>
                <a:spcPts val="8840"/>
              </a:lnSpc>
            </a:pPr>
            <a:r>
              <a:rPr lang="en-US" sz="6314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Bedakan kebutuhan dan keinginan.</a:t>
            </a:r>
          </a:p>
          <a:p>
            <a:pPr algn="ctr">
              <a:lnSpc>
                <a:spcPts val="8840"/>
              </a:lnSpc>
            </a:pPr>
            <a:r>
              <a:rPr lang="en-US" sz="6314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Dahulukan yang paling penting, Gunakan sumber daya dengan bijak.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4526" y="555520"/>
            <a:ext cx="17218948" cy="9175961"/>
            <a:chOff x="0" y="0"/>
            <a:chExt cx="4535032" cy="2416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032" cy="2416714"/>
            </a:xfrm>
            <a:custGeom>
              <a:avLst/>
              <a:gdLst/>
              <a:ahLst/>
              <a:cxnLst/>
              <a:rect r="r" b="b" t="t" l="l"/>
              <a:pathLst>
                <a:path h="2416714" w="4535032">
                  <a:moveTo>
                    <a:pt x="42714" y="0"/>
                  </a:moveTo>
                  <a:lnTo>
                    <a:pt x="4492318" y="0"/>
                  </a:lnTo>
                  <a:cubicBezTo>
                    <a:pt x="4503646" y="0"/>
                    <a:pt x="4514511" y="4500"/>
                    <a:pt x="4522521" y="12511"/>
                  </a:cubicBezTo>
                  <a:cubicBezTo>
                    <a:pt x="4530532" y="20521"/>
                    <a:pt x="4535032" y="31385"/>
                    <a:pt x="4535032" y="42714"/>
                  </a:cubicBezTo>
                  <a:lnTo>
                    <a:pt x="4535032" y="2374000"/>
                  </a:lnTo>
                  <a:cubicBezTo>
                    <a:pt x="4535032" y="2397590"/>
                    <a:pt x="4515908" y="2416714"/>
                    <a:pt x="4492318" y="2416714"/>
                  </a:cubicBezTo>
                  <a:lnTo>
                    <a:pt x="42714" y="2416714"/>
                  </a:lnTo>
                  <a:cubicBezTo>
                    <a:pt x="31385" y="2416714"/>
                    <a:pt x="20521" y="2412214"/>
                    <a:pt x="12511" y="2404203"/>
                  </a:cubicBezTo>
                  <a:cubicBezTo>
                    <a:pt x="4500" y="2396193"/>
                    <a:pt x="0" y="2385329"/>
                    <a:pt x="0" y="2374000"/>
                  </a:cubicBezTo>
                  <a:lnTo>
                    <a:pt x="0" y="42714"/>
                  </a:lnTo>
                  <a:cubicBezTo>
                    <a:pt x="0" y="19124"/>
                    <a:pt x="19124" y="0"/>
                    <a:pt x="427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9212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5032" cy="245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66385" y="-316073"/>
            <a:ext cx="3262417" cy="2491300"/>
          </a:xfrm>
          <a:custGeom>
            <a:avLst/>
            <a:gdLst/>
            <a:ahLst/>
            <a:cxnLst/>
            <a:rect r="r" b="b" t="t" l="l"/>
            <a:pathLst>
              <a:path h="2491300" w="3262417">
                <a:moveTo>
                  <a:pt x="0" y="0"/>
                </a:moveTo>
                <a:lnTo>
                  <a:pt x="3262417" y="0"/>
                </a:lnTo>
                <a:lnTo>
                  <a:pt x="3262417" y="2491300"/>
                </a:lnTo>
                <a:lnTo>
                  <a:pt x="0" y="249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391968" y="8111773"/>
            <a:ext cx="3262417" cy="2491300"/>
          </a:xfrm>
          <a:custGeom>
            <a:avLst/>
            <a:gdLst/>
            <a:ahLst/>
            <a:cxnLst/>
            <a:rect r="r" b="b" t="t" l="l"/>
            <a:pathLst>
              <a:path h="2491300" w="3262417">
                <a:moveTo>
                  <a:pt x="3262417" y="2491300"/>
                </a:moveTo>
                <a:lnTo>
                  <a:pt x="0" y="2491300"/>
                </a:lnTo>
                <a:lnTo>
                  <a:pt x="0" y="0"/>
                </a:lnTo>
                <a:lnTo>
                  <a:pt x="3262417" y="0"/>
                </a:lnTo>
                <a:lnTo>
                  <a:pt x="3262417" y="24913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5219603" y="-1452675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1" y="0"/>
                </a:lnTo>
                <a:lnTo>
                  <a:pt x="5162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552176" y="-1452675"/>
            <a:ext cx="516220" cy="4114800"/>
          </a:xfrm>
          <a:custGeom>
            <a:avLst/>
            <a:gdLst/>
            <a:ahLst/>
            <a:cxnLst/>
            <a:rect r="r" b="b" t="t" l="l"/>
            <a:pathLst>
              <a:path h="4114800" w="516220">
                <a:moveTo>
                  <a:pt x="0" y="0"/>
                </a:moveTo>
                <a:lnTo>
                  <a:pt x="516221" y="0"/>
                </a:lnTo>
                <a:lnTo>
                  <a:pt x="5162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685015" y="4338935"/>
            <a:ext cx="19658029" cy="144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6"/>
              </a:lnSpc>
            </a:pPr>
            <a:r>
              <a:rPr lang="en-US" sz="8475" b="true">
                <a:solidFill>
                  <a:srgbClr val="09212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DAHV-NKrlqg</dc:identifier>
  <dcterms:modified xsi:type="dcterms:W3CDTF">2011-08-01T06:04:30Z</dcterms:modified>
  <cp:revision>1</cp:revision>
  <dc:title>Kebutuhan Dasar Manusia </dc:title>
</cp:coreProperties>
</file>